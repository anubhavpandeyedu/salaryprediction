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870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632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170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840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229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16-Aug-26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389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16-Aug-26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678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16-Aug-26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172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621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190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116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872178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476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16-Aug-26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6459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16-Aug-26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0493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4635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275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16-Aug-26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584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  <p:sldLayoutId id="2147483861" r:id="rId11"/>
    <p:sldLayoutId id="2147483862" r:id="rId12"/>
    <p:sldLayoutId id="2147483863" r:id="rId13"/>
    <p:sldLayoutId id="2147483864" r:id="rId14"/>
    <p:sldLayoutId id="2147483865" r:id="rId15"/>
    <p:sldLayoutId id="2147483866" r:id="rId16"/>
    <p:sldLayoutId id="214748386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41732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/>
            </a:pPr>
            <a:r>
              <a:rPr dirty="0"/>
              <a:t>AI Salary Prediction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743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 dirty="0"/>
              <a:t>AI-Based Salary Prediction using Machine Learning</a:t>
            </a:r>
          </a:p>
          <a:p>
            <a:pPr>
              <a:defRPr sz="1800"/>
            </a:pPr>
            <a:r>
              <a:rPr dirty="0"/>
              <a:t>Python • </a:t>
            </a:r>
            <a:r>
              <a:rPr dirty="0" err="1"/>
              <a:t>Streamlit</a:t>
            </a:r>
            <a:r>
              <a:rPr dirty="0"/>
              <a:t> • Scikit-learn • Random Forest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Estimating an expected salary can be difficult for students, freshers and job seekers.</a:t>
            </a:r>
          </a:p>
          <a:p>
            <a:pPr>
              <a:spcAft>
                <a:spcPts val="1200"/>
              </a:spcAft>
              <a:defRPr sz="2100"/>
            </a:pPr>
            <a:r>
              <a:t>Salary depends on multiple factors such as education, experience, job role, location and previous salary.</a:t>
            </a:r>
          </a:p>
          <a:p>
            <a:pPr>
              <a:spcAft>
                <a:spcPts val="1200"/>
              </a:spcAft>
              <a:defRPr sz="2100"/>
            </a:pPr>
            <a:r>
              <a:t>The project uses Machine Learning to provide a quick, data-driven salary estimate.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2.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Build an easy-to-use salary prediction application.</a:t>
            </a:r>
          </a:p>
          <a:p>
            <a:pPr>
              <a:spcAft>
                <a:spcPts val="1200"/>
              </a:spcAft>
              <a:defRPr sz="2100"/>
            </a:pPr>
            <a:r>
              <a:t>Use professional and educational features to estimate expected salary.</a:t>
            </a:r>
          </a:p>
          <a:p>
            <a:pPr>
              <a:spcAft>
                <a:spcPts val="1200"/>
              </a:spcAft>
              <a:defRPr sz="2100"/>
            </a:pPr>
            <a:r>
              <a:t>Provide instant prediction results through a web-based interface.</a:t>
            </a:r>
          </a:p>
          <a:p>
            <a:pPr>
              <a:spcAft>
                <a:spcPts val="1200"/>
              </a:spcAft>
              <a:defRPr sz="2100"/>
            </a:pPr>
            <a:r>
              <a:t>Demonstrate a practical Machine Learning regression workflow.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3.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User enters personal and professional details in the Streamlit application.</a:t>
            </a:r>
          </a:p>
          <a:p>
            <a:pPr>
              <a:spcAft>
                <a:spcPts val="1200"/>
              </a:spcAft>
              <a:defRPr sz="2100"/>
            </a:pPr>
            <a:r>
              <a:t>Input data is converted into the format expected by the trained model.</a:t>
            </a:r>
          </a:p>
          <a:p>
            <a:pPr>
              <a:spcAft>
                <a:spcPts val="1200"/>
              </a:spcAft>
              <a:defRPr sz="2100"/>
            </a:pPr>
            <a:r>
              <a:t>A Random Forest Regression model predicts the expected salary.</a:t>
            </a:r>
          </a:p>
          <a:p>
            <a:pPr>
              <a:spcAft>
                <a:spcPts val="1200"/>
              </a:spcAft>
              <a:defRPr sz="2100"/>
            </a:pPr>
            <a:r>
              <a:t>The application displays the predicted salary in ₹ and approximate LPA.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4. Input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Age</a:t>
            </a:r>
          </a:p>
          <a:p>
            <a:pPr>
              <a:spcAft>
                <a:spcPts val="1200"/>
              </a:spcAft>
              <a:defRPr sz="2100"/>
            </a:pPr>
            <a:r>
              <a:t>Education</a:t>
            </a:r>
          </a:p>
          <a:p>
            <a:pPr>
              <a:spcAft>
                <a:spcPts val="1200"/>
              </a:spcAft>
              <a:defRPr sz="2100"/>
            </a:pPr>
            <a:r>
              <a:t>Experience (Years)</a:t>
            </a:r>
          </a:p>
          <a:p>
            <a:pPr>
              <a:spcAft>
                <a:spcPts val="1200"/>
              </a:spcAft>
              <a:defRPr sz="2100"/>
            </a:pPr>
            <a:r>
              <a:t>Job Role</a:t>
            </a:r>
          </a:p>
          <a:p>
            <a:pPr>
              <a:spcAft>
                <a:spcPts val="1200"/>
              </a:spcAft>
              <a:defRPr sz="2100"/>
            </a:pPr>
            <a:r>
              <a:t>Location</a:t>
            </a:r>
          </a:p>
          <a:p>
            <a:pPr>
              <a:spcAft>
                <a:spcPts val="1200"/>
              </a:spcAft>
              <a:defRPr sz="2100"/>
            </a:pPr>
            <a:r>
              <a:t>Previous Salary (₹)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5. Machine Learning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Algorithm: Random Forest Regression</a:t>
            </a:r>
          </a:p>
          <a:p>
            <a:pPr>
              <a:spcAft>
                <a:spcPts val="1200"/>
              </a:spcAft>
              <a:defRPr sz="2100"/>
            </a:pPr>
            <a:r>
              <a:t>Used for predicting a continuous target value: salary.</a:t>
            </a:r>
          </a:p>
          <a:p>
            <a:pPr>
              <a:spcAft>
                <a:spcPts val="1200"/>
              </a:spcAft>
              <a:defRPr sz="2100"/>
            </a:pPr>
            <a:r>
              <a:t>Random Forest combines multiple decision trees to improve prediction robustness.</a:t>
            </a:r>
          </a:p>
          <a:p>
            <a:pPr>
              <a:spcAft>
                <a:spcPts val="1200"/>
              </a:spcAft>
              <a:defRPr sz="2100"/>
            </a:pPr>
            <a:r>
              <a:t>Scikit-learn is used for model training and prediction.</a:t>
            </a:r>
          </a:p>
          <a:p>
            <a:pPr>
              <a:spcAft>
                <a:spcPts val="1200"/>
              </a:spcAft>
              <a:defRPr sz="2100"/>
            </a:pPr>
            <a:r>
              <a:t>Joblib is used for saving/loading the trained model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6.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Python – core programming language</a:t>
            </a:r>
          </a:p>
          <a:p>
            <a:pPr>
              <a:spcAft>
                <a:spcPts val="1200"/>
              </a:spcAft>
              <a:defRPr sz="2100"/>
            </a:pPr>
            <a:r>
              <a:t>Pandas &amp; NumPy – data handling and numerical operations</a:t>
            </a:r>
          </a:p>
          <a:p>
            <a:pPr>
              <a:spcAft>
                <a:spcPts val="1200"/>
              </a:spcAft>
              <a:defRPr sz="2100"/>
            </a:pPr>
            <a:r>
              <a:t>Scikit-learn – Machine Learning</a:t>
            </a:r>
          </a:p>
          <a:p>
            <a:pPr>
              <a:spcAft>
                <a:spcPts val="1200"/>
              </a:spcAft>
              <a:defRPr sz="2100"/>
            </a:pPr>
            <a:r>
              <a:t>Streamlit – interactive web interface</a:t>
            </a:r>
          </a:p>
          <a:p>
            <a:pPr>
              <a:spcAft>
                <a:spcPts val="1200"/>
              </a:spcAft>
              <a:defRPr sz="2100"/>
            </a:pPr>
            <a:r>
              <a:t>Joblib – model persistence</a:t>
            </a:r>
          </a:p>
          <a:p>
            <a:pPr>
              <a:spcAft>
                <a:spcPts val="1200"/>
              </a:spcAft>
              <a:defRPr sz="2100"/>
            </a:pPr>
            <a:r>
              <a:t>GitHub – source code and project versioning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7. 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app.py – Streamlit user interface and prediction workflow</a:t>
            </a:r>
          </a:p>
          <a:p>
            <a:pPr>
              <a:spcAft>
                <a:spcPts val="1200"/>
              </a:spcAft>
              <a:defRPr sz="2100"/>
            </a:pPr>
            <a:r>
              <a:t>train_model.py – model training</a:t>
            </a:r>
          </a:p>
          <a:p>
            <a:pPr>
              <a:spcAft>
                <a:spcPts val="1200"/>
              </a:spcAft>
              <a:defRPr sz="2100"/>
            </a:pPr>
            <a:r>
              <a:t>predict.py – prediction-related logic</a:t>
            </a:r>
          </a:p>
          <a:p>
            <a:pPr>
              <a:spcAft>
                <a:spcPts val="1200"/>
              </a:spcAft>
              <a:defRPr sz="2100"/>
            </a:pPr>
            <a:r>
              <a:t>dataset.csv – salary dataset</a:t>
            </a:r>
          </a:p>
          <a:p>
            <a:pPr>
              <a:spcAft>
                <a:spcPts val="1200"/>
              </a:spcAft>
              <a:defRPr sz="2100"/>
            </a:pPr>
            <a:r>
              <a:t>requirements.txt – project dependencies</a:t>
            </a:r>
          </a:p>
          <a:p>
            <a:pPr>
              <a:spcAft>
                <a:spcPts val="1200"/>
              </a:spcAft>
              <a:defRPr sz="2100"/>
            </a:pPr>
            <a:r>
              <a:t>README.md – project documentation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8. Application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1. Load dataset and prepare features</a:t>
            </a:r>
          </a:p>
          <a:p>
            <a:pPr>
              <a:spcAft>
                <a:spcPts val="1200"/>
              </a:spcAft>
              <a:defRPr sz="2100"/>
            </a:pPr>
            <a:r>
              <a:t>2. Train the regression model</a:t>
            </a:r>
          </a:p>
          <a:p>
            <a:pPr>
              <a:spcAft>
                <a:spcPts val="1200"/>
              </a:spcAft>
              <a:defRPr sz="2100"/>
            </a:pPr>
            <a:r>
              <a:t>3. Collect user inputs from Streamlit</a:t>
            </a:r>
          </a:p>
          <a:p>
            <a:pPr>
              <a:spcAft>
                <a:spcPts val="1200"/>
              </a:spcAft>
              <a:defRPr sz="2100"/>
            </a:pPr>
            <a:r>
              <a:t>4. Encode/prepare categorical and numerical values</a:t>
            </a:r>
          </a:p>
          <a:p>
            <a:pPr>
              <a:spcAft>
                <a:spcPts val="1200"/>
              </a:spcAft>
              <a:defRPr sz="2100"/>
            </a:pPr>
            <a:r>
              <a:t>5. Generate salary prediction</a:t>
            </a:r>
          </a:p>
          <a:p>
            <a:pPr>
              <a:spcAft>
                <a:spcPts val="1200"/>
              </a:spcAft>
              <a:defRPr sz="2100"/>
            </a:pPr>
            <a:r>
              <a:t>6. Display predicted salary and LPA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9. User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Clean Streamlit-based interface</a:t>
            </a:r>
          </a:p>
          <a:p>
            <a:pPr>
              <a:spcAft>
                <a:spcPts val="1200"/>
              </a:spcAft>
              <a:defRPr sz="2100"/>
            </a:pPr>
            <a:r>
              <a:t>Input controls for age, education, experience, job role and location</a:t>
            </a:r>
          </a:p>
          <a:p>
            <a:pPr>
              <a:spcAft>
                <a:spcPts val="1200"/>
              </a:spcAft>
              <a:defRPr sz="2100"/>
            </a:pPr>
            <a:r>
              <a:t>Previous salary input</a:t>
            </a:r>
          </a:p>
          <a:p>
            <a:pPr>
              <a:spcAft>
                <a:spcPts val="1200"/>
              </a:spcAft>
              <a:defRPr sz="2100"/>
            </a:pPr>
            <a:r>
              <a:t>Single-click 'Predict Salary' action</a:t>
            </a:r>
          </a:p>
          <a:p>
            <a:pPr>
              <a:spcAft>
                <a:spcPts val="1200"/>
              </a:spcAft>
              <a:defRPr sz="2100"/>
            </a:pPr>
            <a:r>
              <a:t>Clear prediction result with ₹ and LPA representation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10. Example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Example input:</a:t>
            </a:r>
          </a:p>
          <a:p>
            <a:pPr>
              <a:spcAft>
                <a:spcPts val="1200"/>
              </a:spcAft>
              <a:defRPr sz="2100"/>
            </a:pPr>
            <a:r>
              <a:t>Age: 25 | Education: Bachelors | Experience: 1 year</a:t>
            </a:r>
          </a:p>
          <a:p>
            <a:pPr>
              <a:spcAft>
                <a:spcPts val="1200"/>
              </a:spcAft>
              <a:defRPr sz="2100"/>
            </a:pPr>
            <a:r>
              <a:t>Job Role: Intern | Location: Delhi | Previous Salary: ₹3,00,000</a:t>
            </a:r>
          </a:p>
          <a:p>
            <a:pPr>
              <a:spcAft>
                <a:spcPts val="1200"/>
              </a:spcAft>
              <a:defRPr sz="2100"/>
            </a:pPr>
            <a:r>
              <a:t>Example output from the application: Predicted Salary ≈ ₹4,37,000 (≈ 4.37 LPA)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11.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Add a larger and more diverse real-world salary dataset.</a:t>
            </a:r>
          </a:p>
          <a:p>
            <a:pPr>
              <a:spcAft>
                <a:spcPts val="1200"/>
              </a:spcAft>
              <a:defRPr sz="2100"/>
            </a:pPr>
            <a:r>
              <a:t>Add more job roles, locations and education categories.</a:t>
            </a:r>
          </a:p>
          <a:p>
            <a:pPr>
              <a:spcAft>
                <a:spcPts val="1200"/>
              </a:spcAft>
              <a:defRPr sz="2100"/>
            </a:pPr>
            <a:r>
              <a:t>Compare multiple regression algorithms.</a:t>
            </a:r>
          </a:p>
          <a:p>
            <a:pPr>
              <a:spcAft>
                <a:spcPts val="1200"/>
              </a:spcAft>
              <a:defRPr sz="2100"/>
            </a:pPr>
            <a:r>
              <a:t>Add model accuracy/performance metrics and visual analytics.</a:t>
            </a:r>
          </a:p>
          <a:p>
            <a:pPr>
              <a:spcAft>
                <a:spcPts val="1200"/>
              </a:spcAft>
              <a:defRPr sz="2100"/>
            </a:pPr>
            <a:r>
              <a:t>Deploy the application online for public access.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12.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The project demonstrates a practical application of Machine Learning for salary estimation.</a:t>
            </a:r>
          </a:p>
          <a:p>
            <a:pPr>
              <a:spcAft>
                <a:spcPts val="1200"/>
              </a:spcAft>
              <a:defRPr sz="2100"/>
            </a:pPr>
            <a:r>
              <a:t>It combines data processing, regression modelling and a user-friendly web interface.</a:t>
            </a:r>
          </a:p>
          <a:p>
            <a:pPr>
              <a:spcAft>
                <a:spcPts val="1200"/>
              </a:spcAft>
              <a:defRPr sz="2100"/>
            </a:pPr>
            <a:r>
              <a:t>The system can be extended with more data and advanced models for improved predictions.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01212" y="1125433"/>
            <a:ext cx="917349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rPr lang="en-US" dirty="0"/>
              <a:t>           </a:t>
            </a:r>
            <a:r>
              <a:rPr lang="en-US" sz="8800" dirty="0">
                <a:latin typeface="Adobe Caslon Pro" panose="0205050205050A020403" pitchFamily="18" charset="0"/>
              </a:rPr>
              <a:t>THANK YOU</a:t>
            </a:r>
            <a:endParaRPr sz="8800" dirty="0">
              <a:latin typeface="Adobe Caslon Pro" panose="0205050205050A020403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1948" y="4650658"/>
            <a:ext cx="10958052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rPr dirty="0"/>
              <a:t>AI Salary Prediction System</a:t>
            </a:r>
          </a:p>
          <a:p>
            <a:pPr>
              <a:spcAft>
                <a:spcPts val="1200"/>
              </a:spcAft>
              <a:defRPr sz="2100"/>
            </a:pPr>
            <a:r>
              <a:rPr dirty="0"/>
              <a:t>GitHub: github.com/</a:t>
            </a:r>
            <a:r>
              <a:rPr dirty="0" err="1"/>
              <a:t>anubhavpandeyedu</a:t>
            </a:r>
            <a:r>
              <a:rPr dirty="0"/>
              <a:t>/</a:t>
            </a:r>
            <a:r>
              <a:rPr dirty="0" err="1"/>
              <a:t>SalaryPrediction</a:t>
            </a:r>
            <a:endParaRPr dirty="0"/>
          </a:p>
          <a:p>
            <a:pPr>
              <a:spcAft>
                <a:spcPts val="1200"/>
              </a:spcAft>
              <a:defRPr sz="2100"/>
            </a:pPr>
            <a:r>
              <a:rPr dirty="0"/>
              <a:t>Thank you!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552</Words>
  <Application>Microsoft Office PowerPoint</Application>
  <PresentationFormat>Widescreen</PresentationFormat>
  <Paragraphs>76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Adobe Caslon Pro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anubhav pandey</cp:lastModifiedBy>
  <cp:revision>2</cp:revision>
  <dcterms:created xsi:type="dcterms:W3CDTF">2013-01-27T09:14:16Z</dcterms:created>
  <dcterms:modified xsi:type="dcterms:W3CDTF">2026-08-16T14:50:21Z</dcterms:modified>
  <cp:category/>
</cp:coreProperties>
</file>